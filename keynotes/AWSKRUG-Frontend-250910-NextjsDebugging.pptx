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Lato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Lato-italic.fntdata"/><Relationship Id="rId45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47" Type="http://schemas.openxmlformats.org/officeDocument/2006/relationships/font" Target="fonts/Lato-boldItalic.fntdata"/><Relationship Id="rId4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d354a23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d354a23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d354a23aa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d354a23aa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d354a23a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d354a23a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d354a23a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d354a23a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d354a23a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d354a23a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d354a23aa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d354a23a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ed5c8c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ed5c8c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d354a23aa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d354a23aa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d354a23aa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d354a23aa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d354a23aa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d354a23aa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d354a23aa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d354a23aa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cf54e7f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cf54e7f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cf54e7f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cf54e7f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5485c09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5485c09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1f1d0a3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1f1d0a3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d354a23aa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d354a23aa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d354a23aa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d354a23aa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cf54e7f32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cf54e7f32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cf54e7f3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cf54e7f3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d354a23a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d354a23a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dbe2445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dbe2445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d354a23aa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d354a23aa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d354a23aa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d354a23aa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dbe2445a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dbe2445a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ebc5c00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ebc5c00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d354a23aa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d354a23aa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d354a23aa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d354a23aa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d354a23aa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d354a23aa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d354a23aa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d354a23aa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d354a23aa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d354a23aa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d354a23aa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d354a23aa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d354a23aa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d354a23aa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d354a23aa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5d354a23aa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KunHwanAhn" TargetMode="External"/><Relationship Id="rId4" Type="http://schemas.openxmlformats.org/officeDocument/2006/relationships/hyperlink" Target="https://www.conan-dev.xyz/" TargetMode="External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KunHwanAhn/next-life-cycle-debug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namu.wiki/w/%EB%94%94%EB%B2%84%EA%B7%B8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chrome.com/docs/devtools/javascript?hl=ko" TargetMode="External"/><Relationship Id="rId4" Type="http://schemas.openxmlformats.org/officeDocument/2006/relationships/hyperlink" Target="https://ko.react.dev/learn/react-developer-tools" TargetMode="External"/><Relationship Id="rId5" Type="http://schemas.openxmlformats.org/officeDocument/2006/relationships/hyperlink" Target="https://nextjs.org/docs/app/guides/debugging" TargetMode="External"/><Relationship Id="rId6" Type="http://schemas.openxmlformats.org/officeDocument/2006/relationships/hyperlink" Target="http://next.js" TargetMode="External"/><Relationship Id="rId7" Type="http://schemas.openxmlformats.org/officeDocument/2006/relationships/hyperlink" Target="https://tanstack.com/query/v5/docs/framework/react/devtool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ooglechrome.github.io/devtools-samples/debug-js/get-starte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de.visualstudio.com/docs/debugtest/debugg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namu.wiki/w/%EB%94%94%EB%B2%84%EA%B7%B8" TargetMode="External"/><Relationship Id="rId4" Type="http://schemas.openxmlformats.org/officeDocument/2006/relationships/hyperlink" Target="https://developer.chrome.com/docs/devtools/javascript?hl=ko" TargetMode="External"/><Relationship Id="rId5" Type="http://schemas.openxmlformats.org/officeDocument/2006/relationships/hyperlink" Target="https://nextjs.org/docs/app/guides/debugg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Next.js 생명주기 디버깅으로 눈으로 확인하기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CJ</a:t>
            </a:r>
            <a:r>
              <a:rPr lang="ko"/>
              <a:t>올리브영 안건환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자기소개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안건환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프론트엔드 개발자 @ CJ올리브영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Github </a:t>
            </a:r>
            <a:r>
              <a:rPr lang="ko" sz="1600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@KunHwanAhn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conan-dev.xyz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5">
            <a:alphaModFix/>
          </a:blip>
          <a:srcRect b="10729" l="0" r="8734" t="19188"/>
          <a:stretch/>
        </p:blipFill>
        <p:spPr>
          <a:xfrm>
            <a:off x="4572000" y="769500"/>
            <a:ext cx="3520500" cy="36045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발표에서 이야기 할 것들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디버깅에 대한 "</a:t>
            </a:r>
            <a:r>
              <a:rPr b="1" lang="ko"/>
              <a:t>간단한</a:t>
            </a:r>
            <a:r>
              <a:rPr lang="ko"/>
              <a:t>" 소개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브라우저 디버깅과 서버 디버깅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Next.js의 라이프 사이클 "</a:t>
            </a:r>
            <a:r>
              <a:rPr b="1" lang="ko"/>
              <a:t>일부분</a:t>
            </a:r>
            <a:r>
              <a:rPr lang="ko"/>
              <a:t>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Chrome 개발자 도구 디버깅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VS Code 디버깅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디버깅으로 Next.js 실행 흐름 살펴보기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실무에서 경험한 디버깅 예시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/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Sample</a:t>
            </a: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  <a:endParaRPr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4107275" y="3924925"/>
            <a:ext cx="4447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https://github.com/KunHwanAhn/next-life-cycle-debug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17" title="qrcode_github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275" y="740675"/>
            <a:ext cx="2794500" cy="27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샘플 프로젝트 개발 환경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Node.js v20.9.0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TypeScript v5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yarn v1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Next.js v15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React v18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디버깅에 대하여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왜 동작을 안하지? 동작하네… 근데 왜??</a:t>
            </a:r>
            <a:endParaRPr/>
          </a:p>
        </p:txBody>
      </p:sp>
      <p:pic>
        <p:nvPicPr>
          <p:cNvPr id="179" name="Google Shape;179;p20" title="it-works-wh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263" y="175700"/>
            <a:ext cx="2815485" cy="40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디버깅?</a:t>
            </a:r>
            <a:endParaRPr/>
          </a:p>
        </p:txBody>
      </p:sp>
      <p:sp>
        <p:nvSpPr>
          <p:cNvPr id="185" name="Google Shape;185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프로그래밍 과정 중에 발생하는 오류나 비정상적인 연산, 즉 버그를 찾고 수정하는 것. 이 과정을 디버깅(debugging)이라고 하기도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디버그 - 나무위키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디버깅을 위한 도구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console.log()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크롬 개발자 도구</a:t>
            </a:r>
            <a:r>
              <a:rPr lang="ko"/>
              <a:t> - </a:t>
            </a:r>
            <a:r>
              <a:rPr lang="ko" u="sng">
                <a:solidFill>
                  <a:schemeClr val="hlink"/>
                </a:solidFill>
                <a:hlinkClick r:id="rId3"/>
              </a:rPr>
              <a:t>자바스크립트 디버그 | Chrome DevTools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프레임워크 &amp; 라이브러리에서 제공/지원하는 개발자 도구들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리액트 - </a:t>
            </a:r>
            <a:r>
              <a:rPr lang="ko" u="sng">
                <a:solidFill>
                  <a:schemeClr val="hlink"/>
                </a:solidFill>
                <a:hlinkClick r:id="rId4"/>
              </a:rPr>
              <a:t>React 개발자 도구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Next.js - </a:t>
            </a:r>
            <a:r>
              <a:rPr lang="ko" u="sng">
                <a:solidFill>
                  <a:schemeClr val="hlink"/>
                </a:solidFill>
                <a:hlinkClick r:id="rId5"/>
              </a:rPr>
              <a:t>Guides: Debugging | </a:t>
            </a:r>
            <a:r>
              <a:rPr lang="ko" u="sng">
                <a:solidFill>
                  <a:schemeClr val="hlink"/>
                </a:solidFill>
                <a:hlinkClick r:id="rId6"/>
              </a:rPr>
              <a:t>Next.js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TanStack Query - </a:t>
            </a:r>
            <a:r>
              <a:rPr lang="ko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Devtools | TanStack Query React Docs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Chrome 개발자 도구 디버깅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크롬 개발자 도구 디버깅 예시</a:t>
            </a:r>
            <a:endParaRPr/>
          </a:p>
        </p:txBody>
      </p:sp>
      <p:pic>
        <p:nvPicPr>
          <p:cNvPr id="203" name="Google Shape;203;p24" title="chrome-dev-tools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350" y="304800"/>
            <a:ext cx="5699311" cy="40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크롬 개발자 도구 디버깅 예시</a:t>
            </a:r>
            <a:endParaRPr/>
          </a:p>
        </p:txBody>
      </p:sp>
      <p:pic>
        <p:nvPicPr>
          <p:cNvPr id="209" name="Google Shape;209;p25" title="chrome-dev-tools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350" y="304800"/>
            <a:ext cx="5699311" cy="40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크롬 개발자 도구 디버깅 예시</a:t>
            </a:r>
            <a:endParaRPr/>
          </a:p>
        </p:txBody>
      </p:sp>
      <p:pic>
        <p:nvPicPr>
          <p:cNvPr id="215" name="Google Shape;215;p26" title="chrome-dev-tools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350" y="304800"/>
            <a:ext cx="5699311" cy="400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크롬 디버깅 예시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크롬 개발자도구 Tip</a:t>
            </a:r>
            <a:endParaRPr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가끔씩 브레이크 포인트가 안 찍힐 때 있는데, 새로고침하면 됨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새로고침해도 안 된다면, console.log()를 추가하면 해당 라인에 브레이크 포인트 가능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브레이크 포인트 대신, debugger; 키워드를 사용할 수도 있음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Command + P = 파일 열기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Ctrl + G = 특정 라인 이동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Chrome 개발자 도구 디버깅</a:t>
            </a:r>
            <a:endParaRPr/>
          </a:p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크롬은 훌륭한 개발</a:t>
            </a:r>
            <a:r>
              <a:rPr lang="ko"/>
              <a:t>자</a:t>
            </a:r>
            <a:r>
              <a:rPr lang="ko"/>
              <a:t> 도구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크롬 개발자 도구로 브라우저에서 동작하는 코드에 대한 디버깅이 가능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Next.js의 경우, CSR 영역의 코드만 디버깅 가능함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그렇다면, 서버 디버깅은? 어떻게 하지?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VS Code 디버깅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VS Code </a:t>
            </a:r>
            <a:r>
              <a:rPr lang="ko"/>
              <a:t>디버깅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VS Code</a:t>
            </a:r>
            <a:r>
              <a:rPr lang="ko"/>
              <a:t> 디버깅 - </a:t>
            </a:r>
            <a:r>
              <a:rPr lang="ko" u="sng">
                <a:solidFill>
                  <a:schemeClr val="hlink"/>
                </a:solidFill>
                <a:hlinkClick r:id="rId3"/>
              </a:rPr>
              <a:t>Debug code with Visual Studio 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VS Code를 통해서 디버깅할 수 있는 것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Node.js &amp; TypeScript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Python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Java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C++, C#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등 다양한 프로그램 언어 디버깅을 지원함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Next.js는 Node.js 디버깅 기능을 활용하여 디버깅할 수 있음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더 나아가서는 jest로 동작하는 테스트 코드도 디버깅할 수 있음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VS Code - .vscode/launch.json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1297500" y="1567550"/>
            <a:ext cx="7038900" cy="3356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"version": </a:t>
            </a:r>
            <a:r>
              <a:rPr lang="ko" sz="1014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"0.2.0"</a:t>
            </a: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"configurations": [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"name": </a:t>
            </a:r>
            <a:r>
              <a:rPr lang="ko" sz="1014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"Next.js: debug server-side"</a:t>
            </a: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"type": </a:t>
            </a:r>
            <a:r>
              <a:rPr lang="ko" sz="1014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"node-terminal"</a:t>
            </a: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"request": </a:t>
            </a:r>
            <a:r>
              <a:rPr lang="ko" sz="1014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"launch"</a:t>
            </a: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"command": </a:t>
            </a:r>
            <a:r>
              <a:rPr lang="ko" sz="1014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"yarn dev"</a:t>
            </a: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ko" sz="1014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npm을 사용하는 경우, npm run dev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ko" sz="10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14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디버깅으로 Next.js 실행 흐름 살펴보기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Next.js</a:t>
            </a:r>
            <a:r>
              <a:rPr lang="ko"/>
              <a:t>의 SSR 페이지 요청 흐름</a:t>
            </a:r>
            <a:endParaRPr/>
          </a:p>
        </p:txBody>
      </p:sp>
      <p:pic>
        <p:nvPicPr>
          <p:cNvPr id="260" name="Google Shape;260;p34" title="next-js-ssr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175" y="195600"/>
            <a:ext cx="5881677" cy="400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디버깅으로 Next.js 실행 흐름 살펴보기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Page Route</a:t>
            </a:r>
            <a:r>
              <a:rPr lang="ko"/>
              <a:t>에서 </a:t>
            </a:r>
            <a:r>
              <a:rPr lang="ko"/>
              <a:t>Next.js</a:t>
            </a:r>
            <a:r>
              <a:rPr lang="ko"/>
              <a:t>가 동작하는 순서 확인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getInitalProps -&gt; getServerSideProps -&gt; App Component -&gt;Page  Component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return props가 전달되는 과정 확인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페이지 이동이 발생해도 서버에서는 app.tsx는 1번만 실행됨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클라이언트에서만 동작하는 코드가 SSR에서는 디버깅 포인트에 안 잡힘 =&gt; 서버에서 실행하지 않음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e.g. useEffect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Shallow Routing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App Route에서 동작하는 순서 확인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App Layout -&gt; Parent Page Layout -&gt; Page Layout -&gt; </a:t>
            </a:r>
            <a:r>
              <a:rPr lang="ko"/>
              <a:t>Page Component -&gt; </a:t>
            </a:r>
            <a:r>
              <a:rPr lang="ko"/>
              <a:t>Metadata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실무에서 경험한 디버깅 예시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비동기로 동시에 여러번 실행하는 유틸함수</a:t>
            </a:r>
            <a:endParaRPr/>
          </a:p>
        </p:txBody>
      </p:sp>
      <p:pic>
        <p:nvPicPr>
          <p:cNvPr id="277" name="Google Shape;277;p37" title="debugging-ex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50" y="161050"/>
            <a:ext cx="7593308" cy="400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tanstack/react-query </a:t>
            </a:r>
            <a:r>
              <a:rPr lang="ko"/>
              <a:t>더블페칭 이슈</a:t>
            </a:r>
            <a:endParaRPr/>
          </a:p>
        </p:txBody>
      </p:sp>
      <p:pic>
        <p:nvPicPr>
          <p:cNvPr id="283" name="Google Shape;283;p38" title="debugging-ex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3325"/>
            <a:ext cx="8839204" cy="2814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8" title="debugging-ex-02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086" y="1982675"/>
            <a:ext cx="1092300" cy="2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8" title="debugging-ex-02-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867" y="2542108"/>
            <a:ext cx="871808" cy="22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 시간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올리브영은 지금…</a:t>
            </a:r>
            <a:endParaRPr/>
          </a:p>
        </p:txBody>
      </p:sp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/>
              <a:t>Front-end</a:t>
            </a:r>
            <a:endParaRPr b="1" sz="3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 sz="1800"/>
              <a:t>JSP ➡ NEXT.JS + TypeScript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3200"/>
              <a:t>Back-end</a:t>
            </a:r>
            <a:endParaRPr b="1" sz="3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ko" sz="1800"/>
              <a:t>Java + Spring ➡ Kotlin + Spring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41"/>
          <p:cNvGrpSpPr/>
          <p:nvPr/>
        </p:nvGrpSpPr>
        <p:grpSpPr>
          <a:xfrm>
            <a:off x="1383288" y="221100"/>
            <a:ext cx="6377424" cy="4701299"/>
            <a:chOff x="1383288" y="221100"/>
            <a:chExt cx="6377424" cy="4701299"/>
          </a:xfrm>
        </p:grpSpPr>
        <p:pic>
          <p:nvPicPr>
            <p:cNvPr id="304" name="Google Shape;30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3288" y="221100"/>
              <a:ext cx="6377424" cy="4701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41" title="qrcode_recruit.cj.ne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07325" y="1295048"/>
              <a:ext cx="2553375" cy="255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올리브영은 지금…</a:t>
            </a:r>
            <a:endParaRPr/>
          </a:p>
        </p:txBody>
      </p:sp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200"/>
              <a:t>테크 블로그</a:t>
            </a:r>
            <a:endParaRPr/>
          </a:p>
        </p:txBody>
      </p:sp>
      <p:pic>
        <p:nvPicPr>
          <p:cNvPr id="312" name="Google Shape;312;p42" title="qrcode_oliveyoung.te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075" y="840088"/>
            <a:ext cx="3463325" cy="34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끝!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 &amp; 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참고 문서</a:t>
            </a:r>
            <a:endParaRPr/>
          </a:p>
        </p:txBody>
      </p:sp>
      <p:sp>
        <p:nvSpPr>
          <p:cNvPr id="333" name="Google Shape;333;p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https://namu.wiki/w/%EB%94%94%EB%B2%84%EA%B7%B8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 u="sng">
                <a:solidFill>
                  <a:schemeClr val="hlink"/>
                </a:solidFill>
                <a:hlinkClick r:id="rId4"/>
              </a:rPr>
              <a:t>https://developer.chrome.com/docs/devtools/javascript?hl=ko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 u="sng">
                <a:solidFill>
                  <a:schemeClr val="hlink"/>
                </a:solidFill>
                <a:hlinkClick r:id="rId5"/>
              </a:rPr>
              <a:t>https://nextjs.org/docs/app/guides/debugging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